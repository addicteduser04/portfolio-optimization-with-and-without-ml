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GIF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GIF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GIF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GIF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GIF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GIF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GIF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GIF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GIF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/>
          <p:cNvSpPr txBox="1"/>
          <p:nvPr/>
        </p:nvSpPr>
        <p:spPr>
          <a:xfrm>
            <a:off x="1524000" y="2028825"/>
            <a:ext cx="8969375" cy="148653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algn="ctr">
              <a:lnSpc>
                <a:spcPts val="3515"/>
              </a:lnSpc>
              <a:spcBef>
                <a:spcPct val="0"/>
              </a:spcBef>
            </a:pPr>
            <a:r>
              <a:rPr lang="en-US" sz="2510">
                <a:solidFill>
                  <a:schemeClr val="tx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Développement d'un système d'intelligence artificielle pour l'évaluation et la gestion des risques dans les portefeuilles d'options et swaps internationaux</a:t>
            </a:r>
            <a:endParaRPr lang="en-US" sz="2510">
              <a:solidFill>
                <a:schemeClr val="tx1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ctr">
              <a:lnSpc>
                <a:spcPts val="3515"/>
              </a:lnSpc>
              <a:spcBef>
                <a:spcPct val="0"/>
              </a:spcBef>
            </a:pPr>
            <a:endParaRPr lang="en-US" sz="2510">
              <a:solidFill>
                <a:schemeClr val="tx1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pic>
        <p:nvPicPr>
          <p:cNvPr id="4" name="Picture 3" descr="Ensia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045" y="203835"/>
            <a:ext cx="1736090" cy="1475105"/>
          </a:xfrm>
          <a:prstGeom prst="rect">
            <a:avLst/>
          </a:prstGeom>
        </p:spPr>
      </p:pic>
      <p:pic>
        <p:nvPicPr>
          <p:cNvPr id="5" name="Picture 4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1070" y="203835"/>
            <a:ext cx="2089150" cy="152146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969135" y="4067810"/>
            <a:ext cx="299529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/>
              <a:t>Réaliser par : </a:t>
            </a:r>
            <a:br>
              <a:rPr lang="fr-FR" altLang="en-US"/>
            </a:br>
            <a:endParaRPr lang="fr-FR" altLang="en-US"/>
          </a:p>
          <a:p>
            <a:r>
              <a:rPr lang="fr-FR" altLang="en-US"/>
              <a:t>EL KADIRI Sifeddine</a:t>
            </a:r>
            <a:endParaRPr lang="fr-FR" altLang="en-US"/>
          </a:p>
          <a:p>
            <a:endParaRPr lang="fr-FR" altLang="en-US"/>
          </a:p>
          <a:p>
            <a:r>
              <a:rPr lang="fr-FR" altLang="en-US"/>
              <a:t>EL OUTMANI Youssef </a:t>
            </a:r>
            <a:endParaRPr lang="fr-FR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6738620" y="4067493"/>
            <a:ext cx="32092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/>
              <a:t>Encadré par :</a:t>
            </a:r>
            <a:endParaRPr lang="fr-FR" altLang="en-US"/>
          </a:p>
          <a:p>
            <a:br>
              <a:rPr lang="fr-FR" altLang="en-US"/>
            </a:br>
            <a:r>
              <a:rPr lang="en-US" altLang="en-US"/>
              <a:t>M. Abdellah ELMANOUAR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Ensia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045" y="203835"/>
            <a:ext cx="1736090" cy="1475105"/>
          </a:xfrm>
          <a:prstGeom prst="rect">
            <a:avLst/>
          </a:prstGeom>
        </p:spPr>
      </p:pic>
      <p:pic>
        <p:nvPicPr>
          <p:cNvPr id="5" name="Picture 4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1070" y="203835"/>
            <a:ext cx="2089150" cy="15214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Ensia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045" y="203835"/>
            <a:ext cx="1736090" cy="1475105"/>
          </a:xfrm>
          <a:prstGeom prst="rect">
            <a:avLst/>
          </a:prstGeom>
        </p:spPr>
      </p:pic>
      <p:pic>
        <p:nvPicPr>
          <p:cNvPr id="5" name="Picture 4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1070" y="203835"/>
            <a:ext cx="2089150" cy="15214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Ensia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045" y="203835"/>
            <a:ext cx="1736090" cy="1475105"/>
          </a:xfrm>
          <a:prstGeom prst="rect">
            <a:avLst/>
          </a:prstGeom>
        </p:spPr>
      </p:pic>
      <p:pic>
        <p:nvPicPr>
          <p:cNvPr id="5" name="Picture 4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1070" y="203835"/>
            <a:ext cx="2089150" cy="15214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Ensia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045" y="203835"/>
            <a:ext cx="1736090" cy="1475105"/>
          </a:xfrm>
          <a:prstGeom prst="rect">
            <a:avLst/>
          </a:prstGeom>
        </p:spPr>
      </p:pic>
      <p:pic>
        <p:nvPicPr>
          <p:cNvPr id="5" name="Picture 4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1070" y="203835"/>
            <a:ext cx="2089150" cy="15214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Ensia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045" y="203835"/>
            <a:ext cx="1736090" cy="1475105"/>
          </a:xfrm>
          <a:prstGeom prst="rect">
            <a:avLst/>
          </a:prstGeom>
        </p:spPr>
      </p:pic>
      <p:pic>
        <p:nvPicPr>
          <p:cNvPr id="5" name="Picture 4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1070" y="203835"/>
            <a:ext cx="2089150" cy="15214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Ensia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045" y="203835"/>
            <a:ext cx="1736090" cy="1475105"/>
          </a:xfrm>
          <a:prstGeom prst="rect">
            <a:avLst/>
          </a:prstGeom>
        </p:spPr>
      </p:pic>
      <p:pic>
        <p:nvPicPr>
          <p:cNvPr id="5" name="Picture 4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1070" y="203835"/>
            <a:ext cx="2089150" cy="15214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Ensia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045" y="203835"/>
            <a:ext cx="1736090" cy="1475105"/>
          </a:xfrm>
          <a:prstGeom prst="rect">
            <a:avLst/>
          </a:prstGeom>
        </p:spPr>
      </p:pic>
      <p:pic>
        <p:nvPicPr>
          <p:cNvPr id="5" name="Picture 4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1070" y="203835"/>
            <a:ext cx="2089150" cy="15214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Ensia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045" y="203835"/>
            <a:ext cx="1736090" cy="1475105"/>
          </a:xfrm>
          <a:prstGeom prst="rect">
            <a:avLst/>
          </a:prstGeom>
        </p:spPr>
      </p:pic>
      <p:pic>
        <p:nvPicPr>
          <p:cNvPr id="5" name="Picture 4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1070" y="203835"/>
            <a:ext cx="2089150" cy="15214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</Words>
  <Application>WPS Presentation</Application>
  <PresentationFormat>Widescreen</PresentationFormat>
  <Paragraphs>11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Canva Sans</vt:lpstr>
      <vt:lpstr>Yu Gothic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Saif Eddine Elkadiri</cp:lastModifiedBy>
  <cp:revision>3</cp:revision>
  <dcterms:created xsi:type="dcterms:W3CDTF">2025-07-23T00:59:00Z</dcterms:created>
  <dcterms:modified xsi:type="dcterms:W3CDTF">2025-10-13T19:21:00Z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1A5272B491EE4D078DDA9D0F58B41C88_11</vt:lpwstr>
  </property>
  <property fmtid="{D5CDD505-2E9C-101B-9397-08002B2CF9AE}" pid="3" name="KSOProductBuildVer">
    <vt:lpwstr>1033-12.2.0.22549</vt:lpwstr>
  </property>
</Properties>
</file>